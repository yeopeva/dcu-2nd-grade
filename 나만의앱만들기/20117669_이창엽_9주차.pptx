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1"/>
    <p:restoredTop sz="94690"/>
  </p:normalViewPr>
  <p:slideViewPr>
    <p:cSldViewPr snapToGrid="0">
      <p:cViewPr varScale="1">
        <p:scale>
          <a:sx n="115" d="100"/>
          <a:sy n="115" d="100"/>
        </p:scale>
        <p:origin x="232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BB982-365C-DF2C-2FC5-87F0EBE96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539724-3C7C-1B7C-D5FD-82F66D062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46B1EC-CB90-4B71-A1F9-0F5B39E17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C4A3BD-0868-D620-E281-09F00F9B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A62B70-0550-C90B-C6E5-6E39B6C9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901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64F47-0CFA-CB3F-7AB8-7E423D2D4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3C7272-4D31-909C-7F1F-752AA63AB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3388E9-77A6-4C45-8BC1-B02C29227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D3F9D3-EE11-F6E0-3D73-F2E775DDF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16C9ED-165D-45DB-0C9E-48DA8666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9062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9BFDC8-84C0-B6EB-FF1E-270B2D914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BC02B-1077-8C6F-C61A-41826F586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DFFBB7-91BF-A3F2-0961-9AE3C3B95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0C8177-915F-6B75-727C-1426F0441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43665-30E5-F9DC-A6FE-96147BEF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9688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F28DF-4373-78C2-4678-D1A580163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2560E9-010A-4180-CD12-0F8286E024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18CFCF-4277-E1B1-EFFF-33F08D3B8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F8615A-4C4F-5EF1-41DC-4A1F55702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2024. 4. 29.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3BC7A7-C522-EE35-E912-E9A167D66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72BE42-DE48-D6F0-9075-AFBAEE6F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374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DEF2FB-F842-63C3-A792-155C4556B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B87455-57B8-D585-8F89-725BB8EC9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46A211-37F2-1980-5E9D-5424EA337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70BF42-7544-FB2E-9E1D-E8543132C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34FFCE1-3805-61BE-F72C-588F61526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04EC63-9895-E9AD-A512-B29D8EC54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2024. 4. 29.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9138C41-AF27-F1D4-C0A1-5FFBE032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798A8B-0B6C-D116-057F-41D5F461E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30868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7030D6-A0B7-5E4C-9C64-657FD2F02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9B785C-C1B8-61DF-4200-A4E09DAD8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2024. 4. 29.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C8AF36-2D76-C46A-55DA-F6C7A3B1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0EF183-31B0-0A80-572A-F1D906088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2878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2D9960-9601-A9F3-95A4-227F4458B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2024. 4. 29.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3F8A0E-ECC8-5E6C-291F-67C22EC8B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63897A-4D5B-458F-5D4E-67763D06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504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0EFB3-F80B-0336-0F68-70DCDAB85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E823C8-89FE-D563-F342-50299B0E7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4A145D-BFD3-DCD4-6757-D2C2870C0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E95F66-8B16-E092-2C0B-55CB1358B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2024. 4. 29.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C770F3-BB13-6E90-98EF-5E4DE548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A0118A-8247-64C0-6D40-9FAB5A19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7575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2BB95-0CEC-44C1-FF10-EF47F474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B02697-75F1-F1F7-22A2-B4FF61055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2989D7-E4AD-449A-E7E4-F1C20C364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4E3B46-4E6D-4AB5-2A1B-F48E78ABF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2024. 4. 29.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633137-D057-75D2-0BF0-573721E8C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1463E3-1A0A-589A-8ED4-AB515E190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5292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CA3F2F-E533-5D72-A090-5B5A2322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5FD92C-0BB1-7FAE-82C9-38464E508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220165-9AF6-264C-3A55-840D65D1F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DB8CF-8321-C974-EF60-8D3A68E24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AF794D-E3BB-B5CA-21CD-AF21A3D4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218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934B544-8133-7AA1-AA6F-3E8CCD111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1AA3EC-904E-B3C7-611F-6270D0F5B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DDE0CC-8D71-BF17-3385-450198D9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6B14F-355B-274F-96EF-BF68A81F4E57}" type="datetimeFigureOut">
              <a:rPr kumimoji="1" lang="ko-KR" altLang="en-US" smtClean="0"/>
              <a:t>2024. 4. 29.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E78173-09DE-1D72-13BE-39341DDFC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8D43C-4AA8-561A-B449-7C142946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605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BBA4548-D5FE-CBFA-F2DD-69ADA023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AC5544-6D31-8A4E-5CBF-BB085EA26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F4C925-03DD-61D5-D765-66DC5FDAD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86B14F-355B-274F-96EF-BF68A81F4E57}" type="datetimeFigureOut">
              <a:rPr kumimoji="1" lang="ko-KR" altLang="en-US" smtClean="0"/>
              <a:t>2024. 4. 29.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C7B4D7-4A62-894C-E963-C9AC7299A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9653E3-1513-93AF-E168-BADFF8DEF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9FF2F-E55C-CE4D-9C0F-FB2D38C1ED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3210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휴대 전화, 스크린샷, 통신 장치이(가) 표시된 사진&#10;&#10;자동 생성된 설명">
            <a:extLst>
              <a:ext uri="{FF2B5EF4-FFF2-40B4-BE49-F238E27FC236}">
                <a16:creationId xmlns:a16="http://schemas.microsoft.com/office/drawing/2014/main" id="{711F160A-0ABB-2F65-92E3-07CDE7F18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24" y="601579"/>
            <a:ext cx="3362791" cy="5654842"/>
          </a:xfrm>
          <a:prstGeom prst="rect">
            <a:avLst/>
          </a:prstGeom>
        </p:spPr>
      </p:pic>
      <p:pic>
        <p:nvPicPr>
          <p:cNvPr id="7" name="그림 6" descr="텍스트, 스크린샷, 폰트, 평행이(가) 표시된 사진&#10;&#10;자동 생성된 설명">
            <a:extLst>
              <a:ext uri="{FF2B5EF4-FFF2-40B4-BE49-F238E27FC236}">
                <a16:creationId xmlns:a16="http://schemas.microsoft.com/office/drawing/2014/main" id="{BC4F9880-2F0D-95D5-AC0B-13D973E47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750" y="601579"/>
            <a:ext cx="7323282" cy="546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35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휴대 전화, 스크린샷, 통신 장치이(가) 표시된 사진&#10;&#10;자동 생성된 설명">
            <a:extLst>
              <a:ext uri="{FF2B5EF4-FFF2-40B4-BE49-F238E27FC236}">
                <a16:creationId xmlns:a16="http://schemas.microsoft.com/office/drawing/2014/main" id="{4D0C9AE2-870E-1BE4-F050-09F7DF37B4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722" y="338525"/>
            <a:ext cx="4144979" cy="6180950"/>
          </a:xfrm>
        </p:spPr>
      </p:pic>
      <p:pic>
        <p:nvPicPr>
          <p:cNvPr id="7" name="그림 6" descr="텍스트, 스크린샷, 직사각형, 폰트이(가) 표시된 사진&#10;&#10;자동 생성된 설명">
            <a:extLst>
              <a:ext uri="{FF2B5EF4-FFF2-40B4-BE49-F238E27FC236}">
                <a16:creationId xmlns:a16="http://schemas.microsoft.com/office/drawing/2014/main" id="{A24B5806-F07A-6C77-F688-4A4EE2F63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138" y="1697931"/>
            <a:ext cx="7089140" cy="346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650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0</Words>
  <Application>Microsoft Macintosh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이창엽</dc:creator>
  <cp:lastModifiedBy>이창엽</cp:lastModifiedBy>
  <cp:revision>6</cp:revision>
  <dcterms:created xsi:type="dcterms:W3CDTF">2024-04-29T04:23:48Z</dcterms:created>
  <dcterms:modified xsi:type="dcterms:W3CDTF">2024-04-29T05:43:00Z</dcterms:modified>
</cp:coreProperties>
</file>