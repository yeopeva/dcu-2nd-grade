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44"/>
    <p:restoredTop sz="94690"/>
  </p:normalViewPr>
  <p:slideViewPr>
    <p:cSldViewPr snapToGrid="0">
      <p:cViewPr>
        <p:scale>
          <a:sx n="58" d="100"/>
          <a:sy n="58" d="100"/>
        </p:scale>
        <p:origin x="280" y="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A0826-17C7-872E-00A8-D02E68C6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2F8877-060A-0107-5CC6-C22D7C10E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AC5CA-1D22-EB8C-6CB9-C392C7A0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4B441-121B-4A3E-B780-CA4AF85C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B022A-1005-70C4-3C54-E7207E56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55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47D2C-B4E0-776F-9C88-9165621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584D8-309B-DBC2-A946-0096E1FF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09D77-7869-3510-A55C-90509B5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9B1EF-A69E-F2FC-8425-75E73E57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24ABE-00FD-ADC8-CB3F-9AA401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572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96D6A-08BD-3927-6B9A-8D6F120B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08B689-3A29-6D67-46C6-A86C8923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0C990-1437-FEE2-7F90-07082ED2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D9468-3458-6F2C-440B-FB9C787F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9CF2A-050D-3518-75AE-D2FBBB2C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81BE5-0184-E59B-F493-E366115F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5E5BA-965C-5715-CF96-BB205AA56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9B732-E42A-D5D7-1130-85531F14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A2441-E435-3866-30BB-4D908273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EE5C9-3133-EA7F-1383-D12BCC8B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6CDFC-303C-A3BC-AFD4-6CA2DCF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86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7D30-2538-40B5-A42C-6A1CF1B8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25269-E1C8-26D8-1F9E-B922791E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E83CA1-190D-D68E-DEBC-B72BC157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A6787C-6B70-2899-5FE4-50D757A32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6F9E3E-FC4F-58C7-C19D-6354040F0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D5D021-0E04-2EAE-F139-BE185BE3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1932AC-D8AE-21B5-BE45-C2DA470A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8E93E4-F4ED-6436-CA7F-736DC508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036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22900-DBFB-A70D-5910-C200FDE8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92AEE1-15E2-6124-E617-17193A69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C1228-716B-199B-5729-68C56238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F9F7B7-2735-BF1F-21E3-843B6D7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13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B3CB45-FFED-E76E-91F0-ED510195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4E03EF-49A9-8382-7375-A0B5FA6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57861-850C-13D6-D7EE-6C4D28D7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538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AD56E-F54A-517D-00A9-6AB47ABE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507E3-427D-45E3-201D-AA9B7AB56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51F1A9-6846-5419-027B-74B18EFF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5C450-1426-FAE5-9784-658174ED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B5D7E-DE78-C1C1-07A1-A4931CBB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60A96-40B2-1CDB-E1E3-9E2BB1A4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2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F5FAF-C021-386D-3654-207FA41E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4A9DAC-6BE0-A6A3-08D5-9C93BCF9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94089-6033-AB67-CAC7-614DCB33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EE854A-7004-7E87-11D6-3BB90F3B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ED517-0F22-9597-F69F-80E66E6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83E41-5745-98E9-2369-87B435BA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941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BBAA2-B5B9-DD13-0B99-82FB692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DCC9E-BCC8-993D-4CD3-2CB095A53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3EE69-B10C-EE47-06DA-9C0EF7F7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7B73D-8743-3BB3-08B4-2B1C3BF7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9CD3F-6DB1-5573-9982-10C0E057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839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4F1AC8-153D-9C0A-3B72-3E8A86FB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B3C41A-ACF0-CDFD-A32B-16F1CD9C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32458-8E27-F9A5-4C09-EAD45EAC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D2084-189D-6D5C-D570-CB5ED528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B84D8-0D92-978B-0887-459FA696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556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7B472C-1A82-968A-04BA-CE379C2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94E3C9-DC95-40D9-52A3-AB3771C7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5875D-0472-D3CC-07F9-CAB16278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B88A6-1E24-1E48-B69F-16FC6DAC524B}" type="datetimeFigureOut">
              <a:rPr kumimoji="1" lang="ko-KR" altLang="en-US" smtClean="0"/>
              <a:t>2024. 4. 1.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68E83-DD63-9402-4247-971B75DBB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D31D78-95EC-C6AB-D604-4A1D1870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91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전자제품, 텍스트, 스크린샷, 멀티미디어이(가) 표시된 사진&#10;&#10;자동 생성된 설명">
            <a:extLst>
              <a:ext uri="{FF2B5EF4-FFF2-40B4-BE49-F238E27FC236}">
                <a16:creationId xmlns:a16="http://schemas.microsoft.com/office/drawing/2014/main" id="{9DBBD04C-5E10-5CA1-0F20-DB551420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758" y="276446"/>
            <a:ext cx="4206371" cy="6581554"/>
          </a:xfrm>
          <a:prstGeom prst="rect">
            <a:avLst/>
          </a:prstGeom>
        </p:spPr>
      </p:pic>
      <p:pic>
        <p:nvPicPr>
          <p:cNvPr id="10" name="그림 9" descr="전자제품, 텍스트, 통신 장치, 스크린샷이(가) 표시된 사진&#10;&#10;자동 생성된 설명">
            <a:extLst>
              <a:ext uri="{FF2B5EF4-FFF2-40B4-BE49-F238E27FC236}">
                <a16:creationId xmlns:a16="http://schemas.microsoft.com/office/drawing/2014/main" id="{4862E915-EF05-0F48-3185-6FCEB0940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27" y="478631"/>
            <a:ext cx="3276482" cy="590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8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019D359E-32AE-867E-111E-97389BE6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833" y="204332"/>
            <a:ext cx="7506334" cy="64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6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90492B7C-370D-20EE-65AE-3D882EF6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637" y="823551"/>
            <a:ext cx="8640726" cy="52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1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휴대 전화, 통신 장치이(가) 표시된 사진&#10;&#10;자동 생성된 설명">
            <a:extLst>
              <a:ext uri="{FF2B5EF4-FFF2-40B4-BE49-F238E27FC236}">
                <a16:creationId xmlns:a16="http://schemas.microsoft.com/office/drawing/2014/main" id="{78ED1493-211A-D701-4CBB-90E99C88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71" y="0"/>
            <a:ext cx="3806057" cy="6858000"/>
          </a:xfrm>
          <a:prstGeom prst="rect">
            <a:avLst/>
          </a:prstGeom>
        </p:spPr>
      </p:pic>
      <p:pic>
        <p:nvPicPr>
          <p:cNvPr id="6" name="그림 5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A128DB26-DC7D-F087-F1F8-90B744D41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229667"/>
            <a:ext cx="7772400" cy="43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2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36A401FB-0078-01A2-92E2-D3FFC7564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41165"/>
            <a:ext cx="7772400" cy="55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5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0</Words>
  <Application>Microsoft Macintosh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40</cp:revision>
  <dcterms:created xsi:type="dcterms:W3CDTF">2024-03-18T04:35:56Z</dcterms:created>
  <dcterms:modified xsi:type="dcterms:W3CDTF">2024-04-01T06:29:55Z</dcterms:modified>
</cp:coreProperties>
</file>