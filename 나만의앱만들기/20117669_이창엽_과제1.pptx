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6F490-77D5-D4D2-FCA4-8CAF85F01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93CC25-CB62-A868-18C1-F0F2C8787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F5E9ED-F81E-724A-FCDA-3CDE900C6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ABCA-F7BE-524A-A96E-A22C7CE126FA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AA8B09-5575-CA71-AA01-4749BC56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A02EDA-B315-2801-A70E-989BA359E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3D-D208-EB40-8DC7-54825FD3D6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98192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0F6E8B-DFAA-A8D4-549C-D0F86E26F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24C678-C105-7C21-869F-1E23C16E0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31CFBD-F026-5DC9-B0DF-6E1047AF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ABCA-F7BE-524A-A96E-A22C7CE126FA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A812F-0364-7B78-CF29-180F8EC3D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83E5A1-94FE-39B9-82E7-ED66F0FF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3D-D208-EB40-8DC7-54825FD3D6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279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0D667-2DB4-8C75-65F8-09BB635B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062A8-AC9F-5E21-3B22-95A668808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56D468-50C3-5614-97FF-B01759D7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ABCA-F7BE-524A-A96E-A22C7CE126FA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D86977-0682-497D-6486-0977D056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0ECC92-8165-9AB3-4BC7-6AEB3641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3D-D208-EB40-8DC7-54825FD3D6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812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0E6AD-370E-0A37-8ECA-B61A7F72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B4783D-C124-7D68-D3A3-898A84D2E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DC3905-88C0-0624-5C8B-733475F7F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C44A19-90D8-5D9A-0E9D-AD61C463D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ABCA-F7BE-524A-A96E-A22C7CE126FA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69917F-50FA-B2BA-FE6D-4C2336246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B8BEF9-C2CD-E4F9-119A-56948BE8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3D-D208-EB40-8DC7-54825FD3D6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0209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FC55A-1A85-2837-737A-5ECF15D4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E034C-F0D4-8465-6717-FCA680A5B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3C095E-7F02-FF6B-C199-22AC2DF9D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188A14-2100-6B23-E7E8-12E05B1D1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258714-0169-8C99-8FC7-9EF6E0142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D4D39A5-329C-7C19-2790-24882E76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ABCA-F7BE-524A-A96E-A22C7CE126FA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1133703-8A29-8164-89B5-EA8D99A70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F10F2D0-C4A5-AD73-024D-82A6E10BC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3D-D208-EB40-8DC7-54825FD3D6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10234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F8A63-2159-3106-86AC-8C90B9C1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3DFEB0-CC23-F081-ADD0-9F174611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ABCA-F7BE-524A-A96E-A22C7CE126FA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A8622F-9C19-D6BE-EB24-E834BB20B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F732DC-9B88-82D7-7804-EC827CFB4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3D-D208-EB40-8DC7-54825FD3D6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4018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7DC299-0B62-232E-6922-603875B2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ABCA-F7BE-524A-A96E-A22C7CE126FA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5B22EB-F47F-0481-ACC7-B6DEE407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B1DCD1-2F4D-6568-8D89-806E1709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3D-D208-EB40-8DC7-54825FD3D6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903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56919-6AD3-273C-81EF-D6C4E2453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4F1A16-4B10-4CDD-79C6-3F8D2D932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68324C-51C6-EBBC-4E1E-8DC0AA6FC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45FFCE-F5B2-D36D-ABFB-B436EA034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ABCA-F7BE-524A-A96E-A22C7CE126FA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8770D9-BFAC-BF1D-945C-CE970196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05EF24-86F4-B8E6-D920-37E09244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3D-D208-EB40-8DC7-54825FD3D6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2566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88D6B-B799-2419-37F0-6092163C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5FCA54D-CD75-128B-D105-D449A08C6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B470F8-EC7B-72EB-9822-1BCD2AFCA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E08525-0CBC-4F33-EE66-B356074EF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ABCA-F7BE-524A-A96E-A22C7CE126FA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F91CAC-431E-70DD-4C72-C989AE94A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744C82-20E6-8943-DC0C-936FB4CE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3D-D208-EB40-8DC7-54825FD3D6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695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FB6CF-05EC-70DE-0158-21E8D3D7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7BED9B-E10F-5740-1075-65F4ED73E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63756C-085F-E508-A701-71C9D5F8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ABCA-F7BE-524A-A96E-A22C7CE126FA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01F3AC-ED7D-499F-185E-ABEF38E5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012E90-6121-51B3-31CF-2AA4C073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3D-D208-EB40-8DC7-54825FD3D6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588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D10EED-70DB-577E-330A-237BB47CAC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377406-3DD0-0669-18C0-583793937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217BD7-56A6-E757-6B1E-24520EE5D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ABCA-F7BE-524A-A96E-A22C7CE126FA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9C5E1E-8580-A337-374E-0A23860DD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470110-160E-8FF5-B2EB-97BC2538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3D-D208-EB40-8DC7-54825FD3D6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5123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601DB58-07CE-7DDC-E30B-FD3F586D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C2BC9F-ECAF-0971-603D-13558A47D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3A27C-7E05-1CF2-A402-A45CCEB9E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54ABCA-F7BE-524A-A96E-A22C7CE126FA}" type="datetimeFigureOut">
              <a:rPr kumimoji="1" lang="ko-KR" altLang="en-US" smtClean="0"/>
              <a:t>2024. 3. 25.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DE3A54-DA44-20C4-ADEE-1C1BED926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E07006-5AA2-CD72-FC01-63CA1D185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C183D-D208-EB40-8DC7-54825FD3D6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974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휴대 전화, 통신 장치이(가) 표시된 사진&#10;&#10;자동 생성된 설명">
            <a:extLst>
              <a:ext uri="{FF2B5EF4-FFF2-40B4-BE49-F238E27FC236}">
                <a16:creationId xmlns:a16="http://schemas.microsoft.com/office/drawing/2014/main" id="{43C2709D-F60C-9AD8-B095-623FDB493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151" y="0"/>
            <a:ext cx="3564994" cy="6858000"/>
          </a:xfrm>
          <a:prstGeom prst="rect">
            <a:avLst/>
          </a:prstGeom>
        </p:spPr>
      </p:pic>
      <p:pic>
        <p:nvPicPr>
          <p:cNvPr id="9" name="그림 8" descr="텍스트, 스크린샷, 멀티미디어, 통신 장치이(가) 표시된 사진&#10;&#10;자동 생성된 설명">
            <a:extLst>
              <a:ext uri="{FF2B5EF4-FFF2-40B4-BE49-F238E27FC236}">
                <a16:creationId xmlns:a16="http://schemas.microsoft.com/office/drawing/2014/main" id="{F8B5BE04-17B5-D364-447B-DDB3FA0BF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089" y="0"/>
            <a:ext cx="34871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92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D0744EBC-E18E-24BC-8396-3156E21BD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17" y="1748246"/>
            <a:ext cx="10265966" cy="336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351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CE740D85-F4D8-EC9D-678F-B058B3E45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35676"/>
            <a:ext cx="7772400" cy="491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이창엽</dc:creator>
  <cp:lastModifiedBy>이창엽</cp:lastModifiedBy>
  <cp:revision>6</cp:revision>
  <dcterms:created xsi:type="dcterms:W3CDTF">2024-03-25T11:31:51Z</dcterms:created>
  <dcterms:modified xsi:type="dcterms:W3CDTF">2024-03-25T11:34:43Z</dcterms:modified>
</cp:coreProperties>
</file>