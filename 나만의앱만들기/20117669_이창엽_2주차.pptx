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690"/>
  </p:normalViewPr>
  <p:slideViewPr>
    <p:cSldViewPr snapToGrid="0">
      <p:cViewPr>
        <p:scale>
          <a:sx n="136" d="100"/>
          <a:sy n="136" d="100"/>
        </p:scale>
        <p:origin x="65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AFBA66-86F9-1275-ED09-4E0448D19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4D0C16B-6AFA-57D0-39F9-629C6B43E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E56530-2CFB-E319-791A-5A623E1C3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4443-2D35-DE44-A58C-7C270B46C059}" type="datetimeFigureOut">
              <a:rPr kumimoji="1" lang="ko-KR" altLang="en-US" smtClean="0"/>
              <a:t>2024. 3. 11.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00E68E-3D82-47CD-66BE-C942079FF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6A484D-1C9E-ED88-9D65-2B530D224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9731E-051A-B148-A2CE-DD50C80942B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59003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82A59F-5D7B-4A12-7807-CFCDF12E0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83987A-4606-A87B-3F84-64BB8DD78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59AC2A-C7D1-4F98-A8C0-043C9B3DC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4443-2D35-DE44-A58C-7C270B46C059}" type="datetimeFigureOut">
              <a:rPr kumimoji="1" lang="ko-KR" altLang="en-US" smtClean="0"/>
              <a:t>2024. 3. 11.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63BE07-FEDC-BDEE-1955-0E74D573B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AC26F1-8380-3A54-7699-373B469EC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9731E-051A-B148-A2CE-DD50C80942B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50258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13CB00-06EA-185B-2778-C244FDC01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88E995-B23B-505E-65AA-3D5726065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33FE8A-5EBE-BC21-3C24-681C987A5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4443-2D35-DE44-A58C-7C270B46C059}" type="datetimeFigureOut">
              <a:rPr kumimoji="1" lang="ko-KR" altLang="en-US" smtClean="0"/>
              <a:t>2024. 3. 11.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7C3CD7-4744-CE07-F2C1-205A34694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3B627B-70F9-3FE7-3694-BB26269CF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9731E-051A-B148-A2CE-DD50C80942B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96048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B117DA-612F-BA57-9C2E-4F093FD6E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FDD171-D304-C7DE-19AC-9303477D21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C80762-4219-8F3E-0870-02966DD5B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8A288D-F42C-A66A-DBFC-7D31D228C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4443-2D35-DE44-A58C-7C270B46C059}" type="datetimeFigureOut">
              <a:rPr kumimoji="1" lang="ko-KR" altLang="en-US" smtClean="0"/>
              <a:t>2024. 3. 11.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7B0611-200E-D077-BA01-EF1BB7968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771F52-0328-AE38-E8FA-96DDE89F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9731E-051A-B148-A2CE-DD50C80942B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6399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E173F-2C63-EB87-F8E5-969ED81F9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94162E-1066-AF1D-7995-F4A86E3F0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F309E13-0B9A-E03B-9DFC-640CA8114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E5C675-730B-5D48-9AC8-25D070FA13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D65D7AB-887F-652F-E16A-6DF8AD9820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38A0EBD-9565-E32F-A61D-E968D78F8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4443-2D35-DE44-A58C-7C270B46C059}" type="datetimeFigureOut">
              <a:rPr kumimoji="1" lang="ko-KR" altLang="en-US" smtClean="0"/>
              <a:t>2024. 3. 11.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66E493-FB90-2E7C-6BB2-3DA985C78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D1B0ABB-3DE3-82A0-B672-03141ED19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9731E-051A-B148-A2CE-DD50C80942B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75704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CF9489-5076-6272-D28F-17BB2B7CD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BBBEC09-D0AC-6267-064A-D6112B545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4443-2D35-DE44-A58C-7C270B46C059}" type="datetimeFigureOut">
              <a:rPr kumimoji="1" lang="ko-KR" altLang="en-US" smtClean="0"/>
              <a:t>2024. 3. 11.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731FA0-7F9A-A07E-94DE-AFDF24DE5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B82EA3-D025-4F26-3826-94C7A4F02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9731E-051A-B148-A2CE-DD50C80942B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07976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E9ADDFE-DDF8-1181-CF00-A3E9D759D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4443-2D35-DE44-A58C-7C270B46C059}" type="datetimeFigureOut">
              <a:rPr kumimoji="1" lang="ko-KR" altLang="en-US" smtClean="0"/>
              <a:t>2024. 3. 11.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11A8B50-C483-2ECD-B872-2B17B819D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CDC7C5-E35B-D114-841F-7CA4F0C17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9731E-051A-B148-A2CE-DD50C80942B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50119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B462C1-C0B3-8333-8AFD-720A5142E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75BB56-E3DD-E221-1EF9-3BC9888E8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7CB3E9-39FE-B489-13BA-183E28FDBD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367601-16AF-F586-13E6-227EB7CD1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4443-2D35-DE44-A58C-7C270B46C059}" type="datetimeFigureOut">
              <a:rPr kumimoji="1" lang="ko-KR" altLang="en-US" smtClean="0"/>
              <a:t>2024. 3. 11.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9D14A6-119A-7E9E-0EB9-E22939EDF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6B9E7F-E3A2-9BA9-4A3F-DBEE8C7FA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9731E-051A-B148-A2CE-DD50C80942B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72541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C1E31D-1D40-10C8-BC50-30F807A3C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0D24F03-B687-D711-6676-8116926DB8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4D54C85-27AF-498E-1575-57CA77E72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09066F-A76D-1B25-5BBB-2C437AE77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4443-2D35-DE44-A58C-7C270B46C059}" type="datetimeFigureOut">
              <a:rPr kumimoji="1" lang="ko-KR" altLang="en-US" smtClean="0"/>
              <a:t>2024. 3. 11.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E9ECA4-1118-D536-5ECC-5157D4FCB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FF10EF-8AAF-8238-505B-5F29ACC85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9731E-051A-B148-A2CE-DD50C80942B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5042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147F20-4DF0-625C-1448-3AA28454D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F7FCE1-A0FC-A552-D0AC-1121BE2B07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F5313E-4CDB-A239-1223-6516C0827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4443-2D35-DE44-A58C-7C270B46C059}" type="datetimeFigureOut">
              <a:rPr kumimoji="1" lang="ko-KR" altLang="en-US" smtClean="0"/>
              <a:t>2024. 3. 11.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3324ED-EFD9-F910-5DA4-4471606ED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8ECA3B-9720-B0E6-B856-D9A97D222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9731E-051A-B148-A2CE-DD50C80942B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19457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A1C89F1-F82C-1EA3-0384-6E0C76A7BE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7D9CB0-AC04-72FC-D0EE-646B7BBD0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E78289-B24D-C03C-6E14-9AE64F50F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4443-2D35-DE44-A58C-7C270B46C059}" type="datetimeFigureOut">
              <a:rPr kumimoji="1" lang="ko-KR" altLang="en-US" smtClean="0"/>
              <a:t>2024. 3. 11.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5BA4C8-756E-F1A5-44BB-6E848762E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EC776C-683E-56E7-867F-6C2278BA6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9731E-051A-B148-A2CE-DD50C80942B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62896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7744A1B-DAEF-0CC3-33A2-BD119FD51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1B2D5A-6A4A-26FC-D4E8-0D84BCAB6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30F971-A0FF-450C-07D6-494BBC234C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074443-2D35-DE44-A58C-7C270B46C059}" type="datetimeFigureOut">
              <a:rPr kumimoji="1" lang="ko-KR" altLang="en-US" smtClean="0"/>
              <a:t>2024. 3. 11.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1D2F43-FF19-2F5C-370A-BE29424CE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D60F08-1478-9F27-5ABF-4ECD63965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49731E-051A-B148-A2CE-DD50C80942B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80663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전자제품, 스크린샷, 휴대 전화이(가) 표시된 사진&#10;&#10;자동 생성된 설명">
            <a:extLst>
              <a:ext uri="{FF2B5EF4-FFF2-40B4-BE49-F238E27FC236}">
                <a16:creationId xmlns:a16="http://schemas.microsoft.com/office/drawing/2014/main" id="{F213059F-1B74-11D1-1D75-5B91F4AD8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90" y="409303"/>
            <a:ext cx="3377290" cy="5734594"/>
          </a:xfrm>
          <a:prstGeom prst="rect">
            <a:avLst/>
          </a:prstGeom>
        </p:spPr>
      </p:pic>
      <p:pic>
        <p:nvPicPr>
          <p:cNvPr id="7" name="그림 6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ECEF67BA-8479-310B-5246-C39493D6F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8817" y="2109607"/>
            <a:ext cx="7772400" cy="233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8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전자제품, 텍스트, 휴대 전화, 스크린샷이(가) 표시된 사진&#10;&#10;자동 생성된 설명">
            <a:extLst>
              <a:ext uri="{FF2B5EF4-FFF2-40B4-BE49-F238E27FC236}">
                <a16:creationId xmlns:a16="http://schemas.microsoft.com/office/drawing/2014/main" id="{2D63EE31-82EC-789A-401C-340EC6605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99" y="321184"/>
            <a:ext cx="3335614" cy="6215632"/>
          </a:xfrm>
          <a:prstGeom prst="rect">
            <a:avLst/>
          </a:prstGeom>
        </p:spPr>
      </p:pic>
      <p:pic>
        <p:nvPicPr>
          <p:cNvPr id="7" name="그림 6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4043D245-B20C-1575-C51D-57B04A18D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501" y="1765260"/>
            <a:ext cx="7772400" cy="332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729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전자제품, 텍스트, 휴대 전화, 스크린샷이(가) 표시된 사진&#10;&#10;자동 생성된 설명">
            <a:extLst>
              <a:ext uri="{FF2B5EF4-FFF2-40B4-BE49-F238E27FC236}">
                <a16:creationId xmlns:a16="http://schemas.microsoft.com/office/drawing/2014/main" id="{D2966A04-4743-782A-FAF5-FF8A13747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19" y="546751"/>
            <a:ext cx="3189029" cy="5764491"/>
          </a:xfrm>
          <a:prstGeom prst="rect">
            <a:avLst/>
          </a:prstGeom>
        </p:spPr>
      </p:pic>
      <p:pic>
        <p:nvPicPr>
          <p:cNvPr id="11" name="그림 10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0262B2D9-13F3-9942-E868-78111F1A1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296" y="1634346"/>
            <a:ext cx="6898185" cy="358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643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7691FC0-749A-8C43-4BB2-10A3804777D3}"/>
              </a:ext>
            </a:extLst>
          </p:cNvPr>
          <p:cNvSpPr/>
          <p:nvPr/>
        </p:nvSpPr>
        <p:spPr>
          <a:xfrm>
            <a:off x="4095292" y="2967335"/>
            <a:ext cx="400141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cap="none" spc="0" dirty="0">
                <a:ln w="22225">
                  <a:solidFill>
                    <a:schemeClr val="tx1"/>
                  </a:solidFill>
                  <a:prstDash val="solid"/>
                </a:ln>
                <a:solidFill>
                  <a:srgbClr val="FF00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BM JUA OTF" panose="02020603020101020101" pitchFamily="18" charset="-127"/>
                <a:ea typeface="BM JUA OTF" panose="02020603020101020101" pitchFamily="18" charset="-127"/>
              </a:rPr>
              <a:t>대구 관광 명소</a:t>
            </a:r>
            <a:endParaRPr lang="en-US" altLang="ko-KR" sz="5400" b="1" cap="none" spc="0" dirty="0">
              <a:ln w="22225">
                <a:solidFill>
                  <a:schemeClr val="tx1"/>
                </a:solidFill>
                <a:prstDash val="solid"/>
              </a:ln>
              <a:solidFill>
                <a:srgbClr val="FF0000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  <a:latin typeface="BM JUA OTF" panose="02020603020101020101" pitchFamily="18" charset="-127"/>
              <a:ea typeface="BM JUA OTF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0897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전자제품, 휴대 전화, 모바일 기기이(가) 표시된 사진&#10;&#10;자동 생성된 설명">
            <a:extLst>
              <a:ext uri="{FF2B5EF4-FFF2-40B4-BE49-F238E27FC236}">
                <a16:creationId xmlns:a16="http://schemas.microsoft.com/office/drawing/2014/main" id="{D26D4C2A-5423-1E29-EB22-26FA89319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78" y="539684"/>
            <a:ext cx="3275371" cy="577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813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3</Words>
  <Application>Microsoft Macintosh PowerPoint</Application>
  <PresentationFormat>와이드스크린</PresentationFormat>
  <Paragraphs>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BM JUA OTF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이창엽</dc:creator>
  <cp:lastModifiedBy>이창엽</cp:lastModifiedBy>
  <cp:revision>14</cp:revision>
  <dcterms:created xsi:type="dcterms:W3CDTF">2024-03-11T04:32:46Z</dcterms:created>
  <dcterms:modified xsi:type="dcterms:W3CDTF">2024-03-11T06:37:39Z</dcterms:modified>
</cp:coreProperties>
</file>