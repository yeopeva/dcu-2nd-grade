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3A0C3-3623-13B4-3132-9464881FF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6FA763-2910-D27C-9DF0-6B63CC541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A3BBA-CA82-E823-AA05-B12E52C0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E6E9CA-3D92-E343-93D0-BD4FD770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6E809C-F9A5-8FB9-760B-DC8B8EE2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398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FC992-0403-5650-C475-58E1302D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6747E-A0F4-FFEF-B5C9-82F61D34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958B-443C-257A-95B2-2881AB92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7C56B-EB12-C65A-B224-A2D68396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C091C1-6D50-C024-74A9-C39F4EFF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4676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54294-8684-F5C6-EF60-8BBBEFB9B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989AFA-03F3-E807-DFC4-E221EB0EB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A9568-2457-C401-BD34-CA8454CA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AB076-F489-F4C0-E89B-349AF955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AFB77-2073-5F8D-4D8C-3D008054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824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18802-40DA-1B93-553A-57BBF639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2B546F-CA9B-E167-8C75-30277A7B8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6674EA-766D-8F89-0688-40B6074DA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B7E48D-4D7D-8D97-6E24-7F6FEC10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93E009-C349-C451-7885-9FD6D479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4E2508-6ECC-B8D4-A44A-E0DEAA2A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862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F4B4D-1483-A469-43F5-534BC0D4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8C2C4-B1EC-957D-8912-A46BD4849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D6C036-6B41-EA75-81FD-9A26786A0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E6A03F-3653-AE18-6D6B-AD1E0BE6F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9F8993-AB29-82E4-0B63-DAA7F7212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F96AA9-8DD9-3808-8638-FAA604B2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A33178-F542-8518-7FE7-0E70D35A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54CB5E-3E61-D39C-B77B-CAE3E8DA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473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0317A-989C-436B-4B4E-99E24F5A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F4BDD3-7BA8-1056-45C0-C45B73A4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22BFA6-8E48-1EB4-47CB-CF0D4ADC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59FA82-28AC-7777-CE12-A7EAC45C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031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8C7FFC-4CE7-5F7A-029C-A9317BAF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5DDFC0-DD19-F4F7-7495-66927367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2FE783-5784-CE05-BD2E-372C4A25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623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90FEE-AA1C-C5DC-ACB7-A789ECCE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3F5AB-AA07-1AB2-4FF3-C54BA1CF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46DBEB-57D7-8187-FA15-EA1E943D4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D3741-FA27-F292-973A-DDBC5A53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50F16-1E35-8C7F-3E79-AB73D0D5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405C1F-AD8A-7460-A5B6-5E729AA5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850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D83A0-0698-71B8-C735-1708C2D9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BEC250-3F25-35A9-7737-F564AF830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543A32-B3C1-C8D4-5C78-D3EECDBB7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FF4899-BE00-6BDF-734C-60847622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7729B9-1F6C-E2F1-5223-A9A42E99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840A8A-C1CC-5305-7471-C47E3DF9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665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C6ED-907D-7E3A-3895-B62DAA5A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9BCFDB-440C-1F42-5FB5-610A8F9E4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00C3C-E24D-73C0-4A59-1A18AEF9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EA247-7269-3E03-F6FA-4D7968EF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FF1F4-34E1-1E26-32DE-6ADEE0A8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69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D7080B-A4EA-8885-3D9C-EE1346285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00A61D-50B5-EEF8-575A-16CC56960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AD7A5-7915-E950-7A58-3B88A6B3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9F81C-EE0F-4828-65D3-CEC62155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04B033-D0D0-10A4-42CA-2430AD85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739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9551BD-71D5-D718-A899-D5C9BFC0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CC3FC-031B-A301-BE44-E28B34205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6A3BFA-C7D9-9426-03AA-268A42FA3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3D6A1-C0FD-6548-ACB1-47AFDE7B8891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201B71-57FC-9E00-26AA-3D02ACC7B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CF6DA-2951-50DE-97DE-21B27730B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05E68-AC05-304F-8C7B-DD9D7E0EA0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766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5E866-3198-B29B-9ABB-A08A46201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164BFC-57B1-DC69-CB4E-0AD6471AE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544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1</cp:revision>
  <dcterms:created xsi:type="dcterms:W3CDTF">2024-04-15T05:34:58Z</dcterms:created>
  <dcterms:modified xsi:type="dcterms:W3CDTF">2024-04-15T05:35:12Z</dcterms:modified>
</cp:coreProperties>
</file>