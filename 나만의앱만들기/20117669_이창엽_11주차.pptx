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29"/>
    <p:restoredTop sz="94690"/>
  </p:normalViewPr>
  <p:slideViewPr>
    <p:cSldViewPr snapToGrid="0">
      <p:cViewPr>
        <p:scale>
          <a:sx n="56" d="100"/>
          <a:sy n="56" d="100"/>
        </p:scale>
        <p:origin x="272" y="2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380984-44D3-43D0-A8ED-BA0C0C07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C6AF63-E87D-DABE-F20E-979AB9D3C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2E4CF9-31A2-7CB0-C29B-118A37DA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6475-A76A-3246-B783-E96CAFCCFB4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4E97DE-4A82-9955-40D8-03E1444AC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27CCB2-E704-BF7E-E827-FA936D30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E092-1460-CA47-819D-C99869B8F24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4876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5CC105-7366-873D-2B60-55B924C3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F9377E-E196-0329-5F3F-A26E83822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E5F81D-3331-8D78-A646-7B5352A84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6475-A76A-3246-B783-E96CAFCCFB4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E1AA7B-3D04-0D78-2EFC-6A215B812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B36A1A-CDEA-C7A9-3506-72A2A5775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E092-1460-CA47-819D-C99869B8F24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093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ECB8C-DFE0-DB9D-1B5F-D5CB8F98A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E1CEED-2E20-B19F-6AFF-3197C6A72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250C6D-2761-9740-442F-6B19B1EC4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6475-A76A-3246-B783-E96CAFCCFB4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6A5CF6-56C6-750F-1BDC-1E3AD0A2E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F71640-BC7B-1238-3DD6-4AB4A266D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E092-1460-CA47-819D-C99869B8F24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0537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77E1C-8F11-1AFA-E98C-A9C123A2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735B70-555E-E1D6-1D92-56B8780A6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1C6FE6-BCB1-040B-1AE1-ECC7CCBCB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2C0789-2512-BC3A-0855-8432CC50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6475-A76A-3246-B783-E96CAFCCFB4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192FB3-DBF8-45D4-1BA1-EB7BC5293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6D348D-3586-597B-6F50-613F4E4F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E092-1460-CA47-819D-C99869B8F24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471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6E297-7861-B2C7-638A-F62BE8B59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E14E45-D716-8585-1877-EDF135122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783D59-2925-37B4-BD56-92EFBB77A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E0C08F-B1FD-83E6-E543-A801190CE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D6A2B1-A487-38A3-583C-6FA1C42248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136861B-FA3A-8FE9-DC3F-523C2F8D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6475-A76A-3246-B783-E96CAFCCFB4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791F81C-706F-FF79-4ECE-F3FA65C8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54AF95-668D-BE53-1D44-186B9FFE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E092-1460-CA47-819D-C99869B8F24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087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CA883-056C-1116-6CB6-97E1E133B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B6873D-24EA-5D38-F37B-78BD45C8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6475-A76A-3246-B783-E96CAFCCFB4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7534C8-08BD-B1FE-B549-E6030552C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E54FF2-DC49-F03E-103E-018FE371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E092-1460-CA47-819D-C99869B8F24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8453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78C2B2-1D6B-8E8F-4E9D-DC0F95FA0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6475-A76A-3246-B783-E96CAFCCFB4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29927C-D0F5-A352-5F46-D748E76A3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B79CBB-A2B8-0513-0E10-A291AAD3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E092-1460-CA47-819D-C99869B8F24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5803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89D1E-EF51-4476-3798-54638BB89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23D7A3-E0BA-42B2-7A45-8F2E1535F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45D4F0-61EC-71B1-AA2B-A1C54219E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5DE3CB-68FA-A02E-4526-62F368A1F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6475-A76A-3246-B783-E96CAFCCFB4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9DAEE9-9A2E-8D7D-D626-366E2B1C2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FE27B2-9594-F847-9C78-E1913938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E092-1460-CA47-819D-C99869B8F24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3636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DA4C18-2C17-427E-6F63-84439845A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2A5BE7-3459-3519-44A0-75EB2B66E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26813A-666F-3F7D-6AB6-CA3EB4EFF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C48E1D-B836-76D6-17CD-EF6D630F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6475-A76A-3246-B783-E96CAFCCFB4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0F2915-8C75-38DC-744B-1F679A43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DACBB8-8D4B-7972-99D4-BBDB45D1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E092-1460-CA47-819D-C99869B8F24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5030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6E510-CA4C-741B-50EC-90AEBEDD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21E1E7-9631-0062-5209-F399BE60A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96368F-F2B3-B6BA-BF0E-75EBF52F4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6475-A76A-3246-B783-E96CAFCCFB4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83575C-B250-C51C-CB1B-6FE34F2FE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2126D7-5F1B-E1A7-B42D-C558412D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E092-1460-CA47-819D-C99869B8F24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6701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5270DA6-AFFA-C6A4-8693-5107DAE23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6EFFAB-7527-F751-06B2-7447461F7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6FAE23-E3E9-61CB-A1AD-362CF3129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6475-A76A-3246-B783-E96CAFCCFB4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175C6F-45D6-8206-673D-2DCD9ADC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D3A87E-D228-4569-C463-82DE4BBA5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3E092-1460-CA47-819D-C99869B8F24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9692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1224690-B815-AAB1-0E75-714312ABB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4B5826-D766-E631-FA77-87DF1F9D5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C214AE-85EE-7833-81B8-C289746C0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86475-A76A-3246-B783-E96CAFCCFB47}" type="datetimeFigureOut">
              <a:rPr kumimoji="1" lang="ko-KR" altLang="en-US" smtClean="0"/>
              <a:t>2024. 5. 13.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E76207-7C0A-9B59-8C7C-8615FA1C69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93AC54-F012-071D-DB62-FAE01F9C5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73E092-1460-CA47-819D-C99869B8F24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82924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전자제품, 텍스트, 스크린샷, 통신 장치이(가) 표시된 사진&#10;&#10;자동 생성된 설명">
            <a:extLst>
              <a:ext uri="{FF2B5EF4-FFF2-40B4-BE49-F238E27FC236}">
                <a16:creationId xmlns:a16="http://schemas.microsoft.com/office/drawing/2014/main" id="{D738E091-A142-4BBA-F5E7-88D74379C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629" y="0"/>
            <a:ext cx="3776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84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E3EACDD7-0752-EB40-5235-ECB37D292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53" y="765467"/>
            <a:ext cx="10528694" cy="532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63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도표, 디자인이(가) 표시된 사진&#10;&#10;자동 생성된 설명">
            <a:extLst>
              <a:ext uri="{FF2B5EF4-FFF2-40B4-BE49-F238E27FC236}">
                <a16:creationId xmlns:a16="http://schemas.microsoft.com/office/drawing/2014/main" id="{C65B3C69-350A-610D-72EC-F15751C8C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310" y="180957"/>
            <a:ext cx="8889380" cy="649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21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전자제품, 텍스트, 스크린샷, 휴대 전화이(가) 표시된 사진&#10;&#10;자동 생성된 설명">
            <a:extLst>
              <a:ext uri="{FF2B5EF4-FFF2-40B4-BE49-F238E27FC236}">
                <a16:creationId xmlns:a16="http://schemas.microsoft.com/office/drawing/2014/main" id="{17EF5C72-F37D-9C77-78C3-E13C44961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230" y="0"/>
            <a:ext cx="39975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486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, 텍스트, 도표, 평면도이(가) 표시된 사진&#10;&#10;자동 생성된 설명">
            <a:extLst>
              <a:ext uri="{FF2B5EF4-FFF2-40B4-BE49-F238E27FC236}">
                <a16:creationId xmlns:a16="http://schemas.microsoft.com/office/drawing/2014/main" id="{4B73559D-7494-1DD6-8285-B82AE73B6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30" y="223388"/>
            <a:ext cx="9832340" cy="641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86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0</Words>
  <Application>Microsoft Macintosh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이창엽</dc:creator>
  <cp:lastModifiedBy>이창엽</cp:lastModifiedBy>
  <cp:revision>16</cp:revision>
  <dcterms:created xsi:type="dcterms:W3CDTF">2024-05-13T04:29:09Z</dcterms:created>
  <dcterms:modified xsi:type="dcterms:W3CDTF">2024-05-13T05:41:08Z</dcterms:modified>
</cp:coreProperties>
</file>