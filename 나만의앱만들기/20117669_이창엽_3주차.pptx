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A0826-17C7-872E-00A8-D02E68C6E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2F8877-060A-0107-5CC6-C22D7C10E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7AC5CA-1D22-EB8C-6CB9-C392C7A09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4B441-121B-4A3E-B780-CA4AF85C8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1B022A-1005-70C4-3C54-E7207E56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555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C47D2C-B4E0-776F-9C88-9165621DC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B584D8-309B-DBC2-A946-0096E1FFF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409D77-7869-3510-A55C-90509B507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F9B1EF-A69E-F2FC-8425-75E73E572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424ABE-00FD-ADC8-CB3F-9AA40173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45722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996D6A-08BD-3927-6B9A-8D6F120B0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08B689-3A29-6D67-46C6-A86C89238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B0C990-1437-FEE2-7F90-07082ED2E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0D9468-3458-6F2C-440B-FB9C787FC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E9CF2A-050D-3518-75AE-D2FBBB2C8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6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81BE5-0184-E59B-F493-E366115F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E5E5BA-965C-5715-CF96-BB205AA56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19B732-E42A-D5D7-1130-85531F14F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AA2441-E435-3866-30BB-4D9082733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AEE5C9-3133-EA7F-1383-D12BCC8B6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F6CDFC-303C-A3BC-AFD4-6CA2DCFC6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486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27D30-2538-40B5-A42C-6A1CF1B88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025269-E1C8-26D8-1F9E-B922791EB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E83CA1-190D-D68E-DEBC-B72BC1572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A6787C-6B70-2899-5FE4-50D757A32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6F9E3E-FC4F-58C7-C19D-6354040F08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D5D021-0E04-2EAE-F139-BE185BE3F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11932AC-D8AE-21B5-BE45-C2DA470A2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8E93E4-F4ED-6436-CA7F-736DC508C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0367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22900-DBFB-A70D-5910-C200FDE8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92AEE1-15E2-6124-E617-17193A69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98C1228-716B-199B-5729-68C562382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F9F7B7-2735-BF1F-21E3-843B6D79A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1136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B3CB45-FFED-E76E-91F0-ED5101952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4E03EF-49A9-8382-7375-A0B5FA6D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057861-850C-13D6-D7EE-6C4D28D77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85389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EAD56E-F54A-517D-00A9-6AB47ABE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A507E3-427D-45E3-201D-AA9B7AB56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51F1A9-6846-5419-027B-74B18EFFA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15C450-1426-FAE5-9784-658174EDD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0B5D7E-DE78-C1C1-07A1-A4931CBB9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460A96-40B2-1CDB-E1E3-9E2BB1A4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8203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DF5FAF-C021-386D-3654-207FA41E5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84A9DAC-6BE0-A6A3-08D5-9C93BCF9F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A94089-6033-AB67-CAC7-614DCB33B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EE854A-7004-7E87-11D6-3BB90F3BC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0ED517-0F22-9597-F69F-80E66E6A9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983E41-5745-98E9-2369-87B435BA5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9414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5BBAA2-B5B9-DD13-0B99-82FB692B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4DCC9E-BCC8-993D-4CD3-2CB095A53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23EE69-B10C-EE47-06DA-9C0EF7F74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07B73D-8743-3BB3-08B4-2B1C3BF7B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19CD3F-6DB1-5573-9982-10C0E057B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8395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84F1AC8-153D-9C0A-3B72-3E8A86FB00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B3C41A-ACF0-CDFD-A32B-16F1CD9C8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432458-8E27-F9A5-4C09-EAD45EAC6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DD2084-189D-6D5C-D570-CB5ED5286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EB84D8-0D92-978B-0887-459FA696E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5567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7B472C-1A82-968A-04BA-CE379C217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94E3C9-DC95-40D9-52A3-AB3771C73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35875D-0472-D3CC-07F9-CAB16278B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1B88A6-1E24-1E48-B69F-16FC6DAC524B}" type="datetimeFigureOut">
              <a:rPr kumimoji="1" lang="ko-KR" altLang="en-US" smtClean="0"/>
              <a:t>2024. 3. 18.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368E83-DD63-9402-4247-971B75DBB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D31D78-95EC-C6AB-D604-4A1D18709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191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302A3F66-0543-711E-389F-BAF23A976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665" y="1111426"/>
            <a:ext cx="7772400" cy="4120766"/>
          </a:xfrm>
          <a:prstGeom prst="rect">
            <a:avLst/>
          </a:prstGeom>
        </p:spPr>
      </p:pic>
      <p:pic>
        <p:nvPicPr>
          <p:cNvPr id="7" name="그림 6" descr="텍스트, 전자제품, 휴대 전화, 통신 장치이(가) 표시된 사진&#10;&#10;자동 생성된 설명">
            <a:extLst>
              <a:ext uri="{FF2B5EF4-FFF2-40B4-BE49-F238E27FC236}">
                <a16:creationId xmlns:a16="http://schemas.microsoft.com/office/drawing/2014/main" id="{6B5088D7-6172-4478-6FC3-C03346B35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60" y="1111426"/>
            <a:ext cx="3062048" cy="455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747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전자제품, 스크린샷, 휴대 전화이(가) 표시된 사진&#10;&#10;자동 생성된 설명">
            <a:extLst>
              <a:ext uri="{FF2B5EF4-FFF2-40B4-BE49-F238E27FC236}">
                <a16:creationId xmlns:a16="http://schemas.microsoft.com/office/drawing/2014/main" id="{E157E458-D60A-E53C-CD7F-AB6253B67F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2615" y="1253331"/>
            <a:ext cx="2641883" cy="4351338"/>
          </a:xfrm>
        </p:spPr>
      </p:pic>
      <p:pic>
        <p:nvPicPr>
          <p:cNvPr id="7" name="그림 6" descr="텍스트, 스크린샷, 도표, 디자인이(가) 표시된 사진&#10;&#10;자동 생성된 설명">
            <a:extLst>
              <a:ext uri="{FF2B5EF4-FFF2-40B4-BE49-F238E27FC236}">
                <a16:creationId xmlns:a16="http://schemas.microsoft.com/office/drawing/2014/main" id="{E44D4ECB-8CE3-9F06-8114-3FB6C98B7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488" y="1099190"/>
            <a:ext cx="7772400" cy="465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002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전자제품, 텍스트, 스크린샷, 휴대 전화이(가) 표시된 사진&#10;&#10;자동 생성된 설명">
            <a:extLst>
              <a:ext uri="{FF2B5EF4-FFF2-40B4-BE49-F238E27FC236}">
                <a16:creationId xmlns:a16="http://schemas.microsoft.com/office/drawing/2014/main" id="{B6638EDD-8208-290E-6401-77B12A986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24" y="541885"/>
            <a:ext cx="3488597" cy="5774230"/>
          </a:xfrm>
          <a:prstGeom prst="rect">
            <a:avLst/>
          </a:prstGeom>
        </p:spPr>
      </p:pic>
      <p:pic>
        <p:nvPicPr>
          <p:cNvPr id="7" name="그림 6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83124FE0-7770-FFA0-DB81-0A168A41E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0021" y="541885"/>
            <a:ext cx="7772400" cy="578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1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휴대 전화, 스크린샷, 모바일 기기이(가) 표시된 사진&#10;&#10;자동 생성된 설명">
            <a:extLst>
              <a:ext uri="{FF2B5EF4-FFF2-40B4-BE49-F238E27FC236}">
                <a16:creationId xmlns:a16="http://schemas.microsoft.com/office/drawing/2014/main" id="{3FD3E908-F3C4-A154-D361-6B360F2CE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612" y="481914"/>
            <a:ext cx="4518776" cy="606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37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0</Words>
  <Application>Microsoft Macintosh PowerPoint</Application>
  <PresentationFormat>와이드스크린</PresentationFormat>
  <Paragraphs>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이창엽</dc:creator>
  <cp:lastModifiedBy>이창엽</cp:lastModifiedBy>
  <cp:revision>7</cp:revision>
  <dcterms:created xsi:type="dcterms:W3CDTF">2024-03-18T04:35:56Z</dcterms:created>
  <dcterms:modified xsi:type="dcterms:W3CDTF">2024-03-18T06:36:32Z</dcterms:modified>
</cp:coreProperties>
</file>