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9"/>
    <p:restoredTop sz="94690"/>
  </p:normalViewPr>
  <p:slideViewPr>
    <p:cSldViewPr snapToGrid="0">
      <p:cViewPr varScale="1">
        <p:scale>
          <a:sx n="58" d="100"/>
          <a:sy n="58" d="100"/>
        </p:scale>
        <p:origin x="216" y="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30828-368E-05C1-9EF1-B2B80989F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03FCF1-92AA-A9FE-4F0C-97E15C4E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B04217-1BA4-652D-5AA6-9F7EEB57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6C4E7-E566-A078-1C2B-FCFDE6F5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3CECF7-6075-0D8E-1E4C-7B458B69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085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0D6B6-6BB4-5459-1EEE-F62D20E1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381FF3-9BA8-6EBE-E9C2-EF1A86D4A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76BD60-6A13-0F56-0656-E2165CD4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A6BFA-C8E7-79F3-2792-1FD76B65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738CD-1EB5-AAC4-1603-36980AAC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156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59A26-0CBE-CB0E-6E4A-C93A3268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6ECE78-7356-03D9-80BD-14CABD737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54406A-A2C4-8758-2C25-32FC9118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D9C05-55BE-4A62-8187-D117496A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24971-4558-1098-18B5-B8FD87DA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18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385E76-AAF7-62A1-9EF1-1D021E42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4B847-5AC9-E8E9-52FB-04D3BC043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BC3BE5-CB2E-4D02-19CC-337E55D68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9CCA2B-81F8-ED99-680E-A7A6BDEE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CD3524-A29A-D91F-749E-939FFEB6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E0D0E0-4111-C439-3400-7CDF0E52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80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040B2-773D-0AE9-739F-2DC5C6919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C5D27C-1DC0-11A5-5D3F-4EDA9904B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EB99D4-A661-C7B0-7FA5-53B15D873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7D4B9F-A684-4A3F-F999-3D94C703E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CDB271-E542-363D-DF31-D85AD68C5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4C5478-BA0E-E14A-C2E8-E4B2D011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10DFB2-6500-85DA-1369-35413D4B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8BA963-2987-00C0-5FE8-9EF8C705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262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E5954E-2D61-2363-A019-A76FB7BB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D3125D-ADC2-9A36-7CE5-BB677F52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2156B9-0599-1141-F26E-BBF1437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442EF8-B146-EE69-00CC-CE2AE2CD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981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F65BE7B-1103-1786-F89A-E17DC495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BDEE174-3255-9F9B-ADB9-3F8C9AF1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02984B-5F1B-E7EB-639A-256BFDDE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506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40CCD-90F9-2238-DF5A-8B28A3E8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462A1-5BEF-6439-7953-53924858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6E3CA9-4377-ECED-CCD6-64D364355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CF6F7-C8AB-EE45-15E2-46B866F9E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D74D88-FF2E-8322-991A-691F66AB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9DBD2B-82D3-CE08-75F4-01D14813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156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20C5F-DF6B-3762-831E-4F4DCA33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17E4A2-FA19-CFF0-5336-5825D9024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BD97A9-4307-77C2-1C2E-3DA06F065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EDE411-C520-F4F2-AA7F-CF7CC31F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FC69F8-D9A7-E421-E678-7A48C197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1332F3-31A1-83DC-0C30-FAEE9BE2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680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AAA9A-2EAD-FFD1-90CC-17540BC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F76708-4D9C-6474-45BD-D1E6DB690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16D5-D583-8571-792D-B814C03A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5AA697-D877-8184-3305-65E2D51D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CC97E-4205-0724-6E0A-CBBAEF67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2203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838674-7833-BA99-4BEB-EEC34F541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913CC7-AF16-F32E-A145-96ABD21B5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9C7D1-4BE0-930A-0F1F-B8F8B7AF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36E2C-CA2C-458B-0386-C217E7652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0D0FA-8EF0-4008-4918-8EA8ADCD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9490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5D037A-AAF9-84B0-5649-21D437E3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1227CE-5336-D29B-B055-BC12DA179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F91214-15A1-FAF8-6587-49A69C844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CC500-7831-AC49-9060-81A03881E6B0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B91D4-655B-C397-7844-BCBB540EC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1122AB-9BBC-49AE-6A41-470C358D9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D9AF4-17EF-8944-A004-F097E2E86D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01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0D317AAD-5A23-0CA3-7A09-ADA61D96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455" y="211873"/>
            <a:ext cx="5333089" cy="643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전자제품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BAC254F9-C25E-F1B3-ECCC-6CC890F6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940" y="0"/>
            <a:ext cx="41061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40061203-B819-163B-18AD-E668B50F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841"/>
            <a:ext cx="11746568" cy="509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13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0</Words>
  <Application>Microsoft Macintosh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이창엽</dc:creator>
  <cp:lastModifiedBy>이창엽</cp:lastModifiedBy>
  <cp:revision>6</cp:revision>
  <dcterms:created xsi:type="dcterms:W3CDTF">2024-05-20T03:08:54Z</dcterms:created>
  <dcterms:modified xsi:type="dcterms:W3CDTF">2024-05-20T06:15:18Z</dcterms:modified>
</cp:coreProperties>
</file>